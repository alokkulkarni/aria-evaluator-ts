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028090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ARIA Evaluator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safe AI agents with confidence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·  $1.5M  ·  June 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ariaeval.io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0" y="4206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are being deployed without adequate safety testing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7863840" cy="68580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459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73%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560320" y="164592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enterprises report AI incidents in the first 6 months of deployment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7863840" cy="68580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468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0" y="246888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cost of an AI-related safety incident (Gartner 2025)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7863840" cy="68580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32918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6–12 mo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60320" y="329184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model risk validation cycle — manual, qualitative, and too slow for AI agents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7863840" cy="68580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41148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60320" y="4114800"/>
            <a:ext cx="5760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tools exist for adversarial testing of AI agents at scale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7863840" cy="36576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Evaluator: Automated AI agent testing, safety scoring &amp; model risk validation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606040" cy="128016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64008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149+ Adversarial Scenarios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categories including prompt injection, PII leakage, bias detection, RAG poisoning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691640"/>
            <a:ext cx="2606040" cy="128016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691640"/>
            <a:ext cx="64008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783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21488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safety, accuracy, and helpfulness scoring with quality badges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606040" cy="128016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691640"/>
            <a:ext cx="64008" cy="12801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783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Validation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14884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&amp; qualitative risk measures — accelerate MRM cycles from months to days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2606040" cy="128016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246120"/>
            <a:ext cx="64008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Transcripts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703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agent conversations live, replay and analyse failures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91840" y="3246120"/>
            <a:ext cx="2606040" cy="128016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246120"/>
            <a:ext cx="64008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Multi-Model Support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520440" y="3703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across Claude, GPT-4, Llama, Mistral and custom models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3246120"/>
            <a:ext cx="2606040" cy="128016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3246120"/>
            <a:ext cx="64008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Evidence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55080" y="3703320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audit trails, scoring reports and risk documentation for regulators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301752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834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ARIA at your AI agent endpoint — API key or SDK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1371600"/>
            <a:ext cx="1920240" cy="301752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0604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2834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adversarial scenario categories and test parameters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371600"/>
            <a:ext cx="1920240" cy="301752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5488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92040" y="2834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 runs automated conversations and scores each response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903720" y="1371600"/>
            <a:ext cx="1920240" cy="3017520"/>
          </a:xfrm>
          <a:prstGeom prst="rect">
            <a:avLst/>
          </a:prstGeom>
          <a:solidFill>
            <a:srgbClr val="0F2A4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90372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40880" y="283464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detailed safety reports with pass/fail per category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2560320" cy="2560320"/>
          </a:xfrm>
          <a:prstGeom prst="ellipse">
            <a:avLst/>
          </a:prstGeom>
          <a:solidFill>
            <a:srgbClr val="028090">
              <a:alpha val="8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25603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$28B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14400" y="2779776"/>
            <a:ext cx="256032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114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 &amp; Testing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(2028 projected)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931920" y="1645920"/>
            <a:ext cx="2011680" cy="2011680"/>
          </a:xfrm>
          <a:prstGeom prst="ellipse">
            <a:avLst/>
          </a:prstGeom>
          <a:solidFill>
            <a:srgbClr val="00A896">
              <a:alpha val="80000"/>
            </a:srgbClr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645920"/>
            <a:ext cx="256032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$4.2B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752344"/>
            <a:ext cx="256032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0" y="4114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Evaluation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Services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949440" y="1920240"/>
            <a:ext cx="1463040" cy="1463040"/>
          </a:xfrm>
          <a:prstGeom prst="ellipse">
            <a:avLst/>
          </a:prstGeom>
          <a:solidFill>
            <a:srgbClr val="02C39A">
              <a:alpha val="80000"/>
            </a:srgbClr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920240"/>
            <a:ext cx="2560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$180M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00800" y="27249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4114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Developer-focused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evaluation tools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built and functional — not a prototype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scores, cost tracking, score trends, dimension analytics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164592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Library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1188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pre-built adversarial tests across 14 categories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Transcripts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0" y="21488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AI agent conversations in real-time with scoring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safety reports with pass/fail and score breakdowns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29000" y="32004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1188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1188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cost estimation, 30-day quality trends, per-dimension analytics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20040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3337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compliant, SOC 2 ready, 28 compliance documents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PLG motion: free tier → self-serve → enterprise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645920"/>
            <a:ext cx="1572768" cy="182880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645920"/>
            <a:ext cx="1572768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8288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exploring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84832" y="1645920"/>
            <a:ext cx="1572768" cy="182880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84832" y="1645920"/>
            <a:ext cx="1572768" cy="548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2084832" y="18288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84832" y="21945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$49/mo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84832" y="27432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developers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03904" y="1645920"/>
            <a:ext cx="1572768" cy="182880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03904" y="1645920"/>
            <a:ext cx="1572768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3803904" y="18288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03904" y="21945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$299/mo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03904" y="27432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teams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22976" y="1645920"/>
            <a:ext cx="1572768" cy="182880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22976" y="1645920"/>
            <a:ext cx="1572768" cy="54864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21" name="Text 19"/>
          <p:cNvSpPr/>
          <p:nvPr/>
        </p:nvSpPr>
        <p:spPr>
          <a:xfrm>
            <a:off x="5522976" y="18288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22976" y="21945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$799/mo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22976" y="27432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Full-scale eval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42048" y="1645920"/>
            <a:ext cx="1572768" cy="182880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42048" y="1645920"/>
            <a:ext cx="1572768" cy="54864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26" name="Text 24"/>
          <p:cNvSpPr/>
          <p:nvPr/>
        </p:nvSpPr>
        <p:spPr>
          <a:xfrm>
            <a:off x="7242048" y="18288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42048" y="21945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42048" y="274320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solidFill>
            <a:srgbClr val="F0FAF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84048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Retention: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120%+ target  |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80%+  |  </a:t>
            </a:r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 months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Traction &amp; Roadmap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280160"/>
            <a:ext cx="1965960" cy="329184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280160"/>
            <a:ext cx="196596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built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adversarial scenarios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compliant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ariaeval.io live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compliance docs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280160"/>
            <a:ext cx="1965960" cy="329184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14600" y="1280160"/>
            <a:ext cx="196596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651760" y="192024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free tier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50 users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partner LOIs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readiness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1965960" cy="329184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280160"/>
            <a:ext cx="196596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800600" y="192024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tier launch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$10K MRR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2 engineers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pilot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1280160"/>
            <a:ext cx="1965960" cy="3291840"/>
          </a:xfrm>
          <a:prstGeom prst="rect">
            <a:avLst/>
          </a:prstGeom>
          <a:solidFill>
            <a:srgbClr val="F0FAFA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12280" y="1280160"/>
            <a:ext cx="1965960" cy="502920"/>
          </a:xfrm>
          <a:prstGeom prst="rect">
            <a:avLst/>
          </a:prstGeom>
          <a:solidFill>
            <a:srgbClr val="0B1F4D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12801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9440" y="1920240"/>
            <a:ext cx="1691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$100K+ MRR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Type 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ready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team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ARIA Wins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$1.9B+ market (2025) growing 30%+ CAGR — most competitors focus on observability, not offense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329184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280160"/>
                <a:gridCol w="1280160"/>
                <a:gridCol w="1280160"/>
                <a:gridCol w="12801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Galileo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LangSmith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Arize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4748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Adversarial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Red-Teaming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 built-in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Attack Testing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Core focus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Qualitative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Drift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· Trends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· Dimensions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Strong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Strong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20+ models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 + SOC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auto-reports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Test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minutes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7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hour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hour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SDK setup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617720"/>
            <a:ext cx="7863840" cy="36576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7091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ARIA's edge: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Offense over defense. Others watch what happened — ARIA tests what could go wrong before you ship.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1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founding team with deep platform engineering experience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1828800"/>
            <a:ext cx="1097280" cy="1097280"/>
          </a:xfrm>
          <a:prstGeom prst="ellipse">
            <a:avLst/>
          </a:prstGeom>
          <a:solidFill>
            <a:srgbClr val="028090">
              <a:alpha val="6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[Founder 1]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&amp; Product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building developer tools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Previously: [Company]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AI/ML, Platform Engineering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64592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162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035040" y="1828800"/>
            <a:ext cx="1097280" cy="1097280"/>
          </a:xfrm>
          <a:prstGeom prst="ellipse">
            <a:avLst/>
          </a:prstGeom>
          <a:solidFill>
            <a:srgbClr val="028090">
              <a:alpha val="60000"/>
            </a:srgbClr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8288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[Founder 2]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5488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&amp; Engineering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611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in cloud infrastructure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Previously: [Company]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Expertise: AWS, Security, SRE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$1.5M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on SAFE note · $8M post-money cap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029200" cy="365760"/>
          </a:xfrm>
          <a:prstGeom prst="rect">
            <a:avLst/>
          </a:prstGeom>
          <a:solidFill>
            <a:srgbClr val="00A896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43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(50%)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852160" y="2743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$750K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2514600" cy="365760"/>
          </a:xfrm>
          <a:prstGeom prst="rect">
            <a:avLst/>
          </a:prstGeom>
          <a:solidFill>
            <a:srgbClr val="00A896">
              <a:alpha val="7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 (25%)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$375K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1508760" cy="365760"/>
          </a:xfrm>
          <a:prstGeom prst="rect">
            <a:avLst/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(15%)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31720" y="3840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$225K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389120"/>
            <a:ext cx="1005840" cy="365760"/>
          </a:xfrm>
          <a:prstGeom prst="rect">
            <a:avLst/>
          </a:prstGeom>
          <a:solidFill>
            <a:srgbClr val="00A896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389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Ops (10%)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28800" y="4389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runway to $100K+ MRR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8090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make AI agents safe, together.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2004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ariaeval.io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hello@ariaeval.io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ARIA Evaluator — Seed Pitch Deck</dc:title>
  <dc:subject>PptxGenJS Presentation</dc:subject>
  <dc:creator>ARIA Evaluator</dc:creator>
  <cp:lastModifiedBy>ARIA Evaluator</cp:lastModifiedBy>
  <cp:revision>1</cp:revision>
  <dcterms:created xsi:type="dcterms:W3CDTF">2026-06-09T09:17:53Z</dcterms:created>
  <dcterms:modified xsi:type="dcterms:W3CDTF">2026-06-09T09:17:53Z</dcterms:modified>
</cp:coreProperties>
</file>