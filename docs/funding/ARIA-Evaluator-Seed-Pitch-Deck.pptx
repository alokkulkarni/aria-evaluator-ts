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28090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Evaluator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safe AI agents with confidence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$1.5M  ·  June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ariaeval.io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0" y="4206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being deployed without adequate safety testing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7863840" cy="8229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28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560320" y="18288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enterprises report AI incidents in the first 6 months of deployment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7863840" cy="8229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834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$4.2M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560320" y="28346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an AI-related safety incident (Gartner 2025)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7863840" cy="82296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840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560320" y="38404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tools exist for adversarial testing of AI agents at scale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7863840" cy="36576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Evaluator: Automated AI agent testing &amp; safety scoring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749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3736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Adversarial Scenarios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categories including prompt injection, PII leakage, bias detection, RAG poisoning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749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73736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safety, accuracy, and helpfulness scoring with quality badges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3749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29184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429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Transcripts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agent conversations live, replay and analyse failures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3291840"/>
            <a:ext cx="3749040" cy="128016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3291840"/>
            <a:ext cx="64008" cy="12801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3429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Support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across Claude, GPT-4, Llama, Mistral and custom models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ARIA at your AI agent endpoint — API key or SDK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0604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60604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adversarial scenario categories and test parameters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runs automated conversations and scores each response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03720" y="1371600"/>
            <a:ext cx="1920240" cy="3017520"/>
          </a:xfrm>
          <a:prstGeom prst="rect">
            <a:avLst/>
          </a:prstGeom>
          <a:solidFill>
            <a:srgbClr val="0F2A4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903720" y="2194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040880" y="283464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detailed safety reports with pass/fail per category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2560320" cy="2560320"/>
          </a:xfrm>
          <a:prstGeom prst="ellipse">
            <a:avLst/>
          </a:prstGeom>
          <a:solidFill>
            <a:srgbClr val="028090">
              <a:alpha val="80000"/>
            </a:srgbClr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$28B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779776"/>
            <a:ext cx="25603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&amp; Testing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(2028 projected)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931920" y="1645920"/>
            <a:ext cx="2011680" cy="2011680"/>
          </a:xfrm>
          <a:prstGeom prst="ellipse">
            <a:avLst/>
          </a:prstGeom>
          <a:solidFill>
            <a:srgbClr val="00A896">
              <a:alpha val="80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1645920"/>
            <a:ext cx="25603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$4.2B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752344"/>
            <a:ext cx="2560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Evaluation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Services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49440" y="1920240"/>
            <a:ext cx="1463040" cy="1463040"/>
          </a:xfrm>
          <a:prstGeom prst="ellipse">
            <a:avLst/>
          </a:prstGeom>
          <a:solidFill>
            <a:srgbClr val="02C39A">
              <a:alpha val="80000"/>
            </a:srgbClr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920240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$180M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0" y="272491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Developer-focused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evaluation tools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Overview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built and functional — not a prototype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evaluation metrics, quality badges, plan usage tracking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Library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1188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pre-built adversarial tests across 14 categories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Transcripts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AI agent conversations in real-time with scoring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safety reports with pass/fail and score breakdowns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29000" y="320040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1188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1188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AWS regions — deploy evaluations close to your users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20040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0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compliant, SOC 2 ready, 28 compliance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PLG motion: free tier → self-serve → enterprise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645920"/>
            <a:ext cx="1572768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exploring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84832" y="1645920"/>
            <a:ext cx="1572768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84832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$49/mo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084832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developers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03904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03904" y="1645920"/>
            <a:ext cx="1572768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3803904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03904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$299/mo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803904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teams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522976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522976" y="1645920"/>
            <a:ext cx="1572768" cy="54864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1" name="Text 19"/>
          <p:cNvSpPr/>
          <p:nvPr/>
        </p:nvSpPr>
        <p:spPr>
          <a:xfrm>
            <a:off x="5522976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22976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$799/mo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522976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eval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42048" y="1645920"/>
            <a:ext cx="1572768" cy="182880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42048" y="1645920"/>
            <a:ext cx="1572768" cy="54864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6" name="Text 24"/>
          <p:cNvSpPr/>
          <p:nvPr/>
        </p:nvSpPr>
        <p:spPr>
          <a:xfrm>
            <a:off x="7242048" y="182880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42048" y="219456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42048" y="27432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3840480"/>
            <a:ext cx="7863840" cy="914400"/>
          </a:xfrm>
          <a:prstGeom prst="rect">
            <a:avLst/>
          </a:prstGeom>
          <a:solidFill>
            <a:srgbClr val="F0FAFA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38404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120%+ target  |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80%+  |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12 months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280160"/>
            <a:ext cx="196596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product built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adversarial scenarios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compliant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ariaeval.io live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compliance docs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14600" y="1280160"/>
            <a:ext cx="196596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251460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65176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free tier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50 users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LOIs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readiness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80160"/>
            <a:ext cx="196596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tier launch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$10K MRR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2 engineers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pilot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12280" y="1280160"/>
            <a:ext cx="1965960" cy="3291840"/>
          </a:xfrm>
          <a:prstGeom prst="rect">
            <a:avLst/>
          </a:prstGeom>
          <a:solidFill>
            <a:srgbClr val="F0FAFA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12280" y="1280160"/>
            <a:ext cx="1965960" cy="50292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12801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0" y="1920240"/>
            <a:ext cx="1691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$100K+ MRR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ready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team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ARIA Wins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ARIA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QA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LLM Testing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Adversarial scenarios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built-in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 hoc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 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scripts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prompts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scoring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AI-powered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20+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ready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 + SOC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Days/weeks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$$$$ (staff)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$50-500/mo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F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Team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founding team with deep platform engineering experience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1828800"/>
            <a:ext cx="1097280" cy="1097280"/>
          </a:xfrm>
          <a:prstGeom prst="ellipse">
            <a:avLst/>
          </a:prstGeom>
          <a:solidFill>
            <a:srgbClr val="028090">
              <a:alpha val="60000"/>
            </a:srgbClr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1828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[Founder 1]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Product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building developer tools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Previously: [Company]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AI/ML, Platform Engineering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162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35040" y="1828800"/>
            <a:ext cx="1097280" cy="1097280"/>
          </a:xfrm>
          <a:prstGeom prst="ellipse">
            <a:avLst/>
          </a:prstGeom>
          <a:solidFill>
            <a:srgbClr val="028090">
              <a:alpha val="60000"/>
            </a:srgbClr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8288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5488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[Founder 2]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&amp; Engineering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3611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in cloud infrastructure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Previously: [Company]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Expertise: AWS, Security, SRE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on SAFE note · $8M post-money cap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029200" cy="365760"/>
          </a:xfrm>
          <a:prstGeom prst="rect">
            <a:avLst/>
          </a:prstGeom>
          <a:solidFill>
            <a:srgbClr val="00A896">
              <a:alpha val="7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(50%)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52160" y="2743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2514600" cy="365760"/>
          </a:xfrm>
          <a:prstGeom prst="rect">
            <a:avLst/>
          </a:prstGeom>
          <a:solidFill>
            <a:srgbClr val="00A896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Marketing (25%)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37560" y="3291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$375K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1508760" cy="365760"/>
          </a:xfrm>
          <a:prstGeom prst="rect">
            <a:avLst/>
          </a:prstGeom>
          <a:solidFill>
            <a:srgbClr val="00A896">
              <a:alpha val="8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(15%)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840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$225K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1005840" cy="365760"/>
          </a:xfrm>
          <a:prstGeom prst="rect">
            <a:avLst/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89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&amp; Ops (10%)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828800" y="4389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months runway to $100K+ MRR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make AI agents safe, together.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2743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ariaeval.io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hello@ariaeval.io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ARIA Evaluator — Seed Pitch Deck</dc:title>
  <dc:subject>PptxGenJS Presentation</dc:subject>
  <dc:creator>ARIA Evaluator</dc:creator>
  <cp:lastModifiedBy>ARIA Evaluator</cp:lastModifiedBy>
  <cp:revision>1</cp:revision>
  <dcterms:created xsi:type="dcterms:W3CDTF">2026-06-08T15:05:52Z</dcterms:created>
  <dcterms:modified xsi:type="dcterms:W3CDTF">2026-06-08T15:05:52Z</dcterms:modified>
</cp:coreProperties>
</file>