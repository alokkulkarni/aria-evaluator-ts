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028090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ARIA Evaluator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safe AI agents with confidence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  ·  $1.5M  ·  June 2026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42062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ariaeval.io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0" y="4206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F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are being deployed without adequate safety testing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7863840" cy="685800"/>
          </a:xfrm>
          <a:prstGeom prst="rect">
            <a:avLst/>
          </a:prstGeom>
          <a:solidFill>
            <a:srgbClr val="F0FAF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6459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73%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560320" y="16459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enterprises report AI incidents in the first 6 months of deployment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468880"/>
            <a:ext cx="7863840" cy="685800"/>
          </a:xfrm>
          <a:prstGeom prst="rect">
            <a:avLst/>
          </a:prstGeom>
          <a:solidFill>
            <a:srgbClr val="F0FAF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24688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$4.2M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60320" y="246888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cost of an AI-related safety incident (Gartner 2025)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291840"/>
            <a:ext cx="7863840" cy="685800"/>
          </a:xfrm>
          <a:prstGeom prst="rect">
            <a:avLst/>
          </a:prstGeom>
          <a:solidFill>
            <a:srgbClr val="F0FAF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329184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6–12 mo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560320" y="329184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model risk validation cycle — manual, qualitative, and too slow for AI agents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114800"/>
            <a:ext cx="7863840" cy="685800"/>
          </a:xfrm>
          <a:prstGeom prst="rect">
            <a:avLst/>
          </a:prstGeom>
          <a:solidFill>
            <a:srgbClr val="FEF3C7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41148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2560320" y="411480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standardised tools exist for adversarial testing of AI agents at scale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663440"/>
            <a:ext cx="7863840" cy="36576"/>
          </a:xfrm>
          <a:prstGeom prst="rect">
            <a:avLst/>
          </a:prstGeom>
          <a:solidFill>
            <a:srgbClr val="028090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F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Solution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 Evaluator: Automated AI agent testing, safety scoring &amp; model risk validation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2606040" cy="1280160"/>
          </a:xfrm>
          <a:prstGeom prst="rect">
            <a:avLst/>
          </a:prstGeom>
          <a:solidFill>
            <a:srgbClr val="F0FAF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691640"/>
            <a:ext cx="64008" cy="128016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830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149+ Adversarial Scenarios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1488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categories including prompt injection, PII leakage, bias detection, RAG poisoning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691640"/>
            <a:ext cx="2606040" cy="1280160"/>
          </a:xfrm>
          <a:prstGeom prst="rect">
            <a:avLst/>
          </a:prstGeom>
          <a:solidFill>
            <a:srgbClr val="F0FAF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91840" y="1691640"/>
            <a:ext cx="64008" cy="128016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17830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Scoring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20440" y="21488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safety, accuracy, and helpfulness scoring with quality badges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691640"/>
            <a:ext cx="2606040" cy="1280160"/>
          </a:xfrm>
          <a:prstGeom prst="rect">
            <a:avLst/>
          </a:prstGeom>
          <a:solidFill>
            <a:srgbClr val="F0FAF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1691640"/>
            <a:ext cx="64008" cy="1280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6355080" y="17830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Risk Validation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55080" y="21488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&amp; qualitative risk measures — accelerate MRM cycles from months to days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246120"/>
            <a:ext cx="2606040" cy="1280160"/>
          </a:xfrm>
          <a:prstGeom prst="rect">
            <a:avLst/>
          </a:prstGeom>
          <a:solidFill>
            <a:srgbClr val="F0FAF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246120"/>
            <a:ext cx="64008" cy="128016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337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Transcripts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" y="37033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agent conversations live, replay and analyse failures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91840" y="3246120"/>
            <a:ext cx="2606040" cy="1280160"/>
          </a:xfrm>
          <a:prstGeom prst="rect">
            <a:avLst/>
          </a:prstGeom>
          <a:solidFill>
            <a:srgbClr val="F0FAF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91840" y="3246120"/>
            <a:ext cx="64008" cy="128016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2" name="Text 20"/>
          <p:cNvSpPr/>
          <p:nvPr/>
        </p:nvSpPr>
        <p:spPr>
          <a:xfrm>
            <a:off x="3520440" y="3337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Multi-Model Support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520440" y="37033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across Claude, GPT-4, Llama, Mistral and custom models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26480" y="3246120"/>
            <a:ext cx="2606040" cy="1280160"/>
          </a:xfrm>
          <a:prstGeom prst="rect">
            <a:avLst/>
          </a:prstGeom>
          <a:solidFill>
            <a:srgbClr val="F0FAF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26480" y="3246120"/>
            <a:ext cx="64008" cy="128016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6" name="Text 24"/>
          <p:cNvSpPr/>
          <p:nvPr/>
        </p:nvSpPr>
        <p:spPr>
          <a:xfrm>
            <a:off x="6355080" y="3337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Evidence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355080" y="37033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audit trails, scoring reports and risk documentation for regulators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It Works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920240" cy="3017520"/>
          </a:xfrm>
          <a:prstGeom prst="rect">
            <a:avLst/>
          </a:prstGeom>
          <a:solidFill>
            <a:srgbClr val="0F2A4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283464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ARIA at your AI agent endpoint — API key or SDK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606040" y="1371600"/>
            <a:ext cx="1920240" cy="3017520"/>
          </a:xfrm>
          <a:prstGeom prst="rect">
            <a:avLst/>
          </a:prstGeom>
          <a:solidFill>
            <a:srgbClr val="0F2A4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60604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2606040" y="21945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743200" y="283464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adversarial scenario categories and test parameters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371600"/>
            <a:ext cx="1920240" cy="3017520"/>
          </a:xfrm>
          <a:prstGeom prst="rect">
            <a:avLst/>
          </a:prstGeom>
          <a:solidFill>
            <a:srgbClr val="0F2A4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5488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4754880" y="21945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92040" y="283464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 runs automated conversations and scores each response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03720" y="1371600"/>
            <a:ext cx="1920240" cy="3017520"/>
          </a:xfrm>
          <a:prstGeom prst="rect">
            <a:avLst/>
          </a:prstGeom>
          <a:solidFill>
            <a:srgbClr val="0F2A4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90372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903720" y="21945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040880" y="283464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detailed safety reports with pass/fail per category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F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Opportunity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2560320" cy="2560320"/>
          </a:xfrm>
          <a:prstGeom prst="ellipse">
            <a:avLst/>
          </a:prstGeom>
          <a:solidFill>
            <a:srgbClr val="028090">
              <a:alpha val="80000"/>
            </a:srgbClr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371600"/>
            <a:ext cx="25603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1F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$28B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2779776"/>
            <a:ext cx="25603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41148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Safety &amp; Testing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(2028 projected)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931920" y="1645920"/>
            <a:ext cx="2011680" cy="2011680"/>
          </a:xfrm>
          <a:prstGeom prst="ellipse">
            <a:avLst/>
          </a:prstGeom>
          <a:solidFill>
            <a:srgbClr val="00A896">
              <a:alpha val="80000"/>
            </a:srgbClr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0" y="1645920"/>
            <a:ext cx="256032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1F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$4.2B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752344"/>
            <a:ext cx="256032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41148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Evaluation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Services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949440" y="1920240"/>
            <a:ext cx="1463040" cy="1463040"/>
          </a:xfrm>
          <a:prstGeom prst="ellipse">
            <a:avLst/>
          </a:prstGeom>
          <a:solidFill>
            <a:srgbClr val="02C39A">
              <a:alpha val="80000"/>
            </a:srgbClr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1920240"/>
            <a:ext cx="2560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1F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$180M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00800" y="2724912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0" y="41148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Developer-focused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evaluation tools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F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 Overview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built and functional — not a prototype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5603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evaluation metrics, quality badges, plan usage tracking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29000" y="1645920"/>
            <a:ext cx="25603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1188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Library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11880" y="21488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 pre-built adversarial tests across 14 categories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5603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Transcripts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0" y="21488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AI agent conversations in real-time with scoring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200400"/>
            <a:ext cx="25603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3337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7033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safety reports with pass/fail and score breakdowns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29000" y="3200400"/>
            <a:ext cx="25603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611880" y="3337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Multi-Region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11880" y="37033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AWS regions — deploy evaluations close to your users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3200400"/>
            <a:ext cx="25603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0" y="3337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0" y="37033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compliant, SOC 2 ready, 28 compliance documents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F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Model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PLG motion: free tier → self-serve → enterprise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645920"/>
            <a:ext cx="1572768" cy="1828800"/>
          </a:xfrm>
          <a:prstGeom prst="rect">
            <a:avLst/>
          </a:prstGeom>
          <a:solidFill>
            <a:srgbClr val="F0FAF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645920"/>
            <a:ext cx="1572768" cy="54864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82880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19456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$0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65760" y="27432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exploring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084832" y="1645920"/>
            <a:ext cx="1572768" cy="1828800"/>
          </a:xfrm>
          <a:prstGeom prst="rect">
            <a:avLst/>
          </a:prstGeom>
          <a:solidFill>
            <a:srgbClr val="F0FAF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084832" y="1645920"/>
            <a:ext cx="1572768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2084832" y="182880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084832" y="219456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$49/mo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084832" y="27432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developers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803904" y="1645920"/>
            <a:ext cx="1572768" cy="1828800"/>
          </a:xfrm>
          <a:prstGeom prst="rect">
            <a:avLst/>
          </a:prstGeom>
          <a:solidFill>
            <a:srgbClr val="F0FAF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803904" y="1645920"/>
            <a:ext cx="1572768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3803904" y="182880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803904" y="219456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$299/mo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803904" y="27432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teams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522976" y="1645920"/>
            <a:ext cx="1572768" cy="1828800"/>
          </a:xfrm>
          <a:prstGeom prst="rect">
            <a:avLst/>
          </a:prstGeom>
          <a:solidFill>
            <a:srgbClr val="F0FAF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522976" y="1645920"/>
            <a:ext cx="1572768" cy="54864"/>
          </a:xfrm>
          <a:prstGeom prst="rect">
            <a:avLst/>
          </a:prstGeom>
          <a:solidFill>
            <a:srgbClr val="0B1F4D"/>
          </a:solidFill>
          <a:ln/>
        </p:spPr>
      </p:sp>
      <p:sp>
        <p:nvSpPr>
          <p:cNvPr id="21" name="Text 19"/>
          <p:cNvSpPr/>
          <p:nvPr/>
        </p:nvSpPr>
        <p:spPr>
          <a:xfrm>
            <a:off x="5522976" y="182880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522976" y="219456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$799/mo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522976" y="27432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eval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42048" y="1645920"/>
            <a:ext cx="1572768" cy="1828800"/>
          </a:xfrm>
          <a:prstGeom prst="rect">
            <a:avLst/>
          </a:prstGeom>
          <a:solidFill>
            <a:srgbClr val="F0FAF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242048" y="1645920"/>
            <a:ext cx="1572768" cy="54864"/>
          </a:xfrm>
          <a:prstGeom prst="rect">
            <a:avLst/>
          </a:prstGeom>
          <a:solidFill>
            <a:srgbClr val="0B1F4D"/>
          </a:solidFill>
          <a:ln/>
        </p:spPr>
      </p:sp>
      <p:sp>
        <p:nvSpPr>
          <p:cNvPr id="26" name="Text 24"/>
          <p:cNvSpPr/>
          <p:nvPr/>
        </p:nvSpPr>
        <p:spPr>
          <a:xfrm>
            <a:off x="7242048" y="182880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242048" y="219456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242048" y="27432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0080" y="3840480"/>
            <a:ext cx="7863840" cy="914400"/>
          </a:xfrm>
          <a:prstGeom prst="rect">
            <a:avLst/>
          </a:prstGeom>
          <a:solidFill>
            <a:srgbClr val="F0FAFA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384048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Revenue Retention: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120%+ target  |  </a:t>
            </a:r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Margin: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80%+  |  </a:t>
            </a:r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Payback: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12 months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F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Traction &amp; 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1280160"/>
            <a:ext cx="1965960" cy="3291840"/>
          </a:xfrm>
          <a:prstGeom prst="rect">
            <a:avLst/>
          </a:prstGeom>
          <a:solidFill>
            <a:srgbClr val="F0FAF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1280160"/>
            <a:ext cx="1965960" cy="5029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28016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920240"/>
            <a:ext cx="1691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product built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 adversarial scenarios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compliant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ariaeval.io live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compliance docs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14600" y="1280160"/>
            <a:ext cx="1965960" cy="3291840"/>
          </a:xfrm>
          <a:prstGeom prst="rect">
            <a:avLst/>
          </a:prstGeom>
          <a:solidFill>
            <a:srgbClr val="F0FAF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514600" y="1280160"/>
            <a:ext cx="1965960" cy="5029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/>
          <p:nvPr/>
        </p:nvSpPr>
        <p:spPr>
          <a:xfrm>
            <a:off x="2514600" y="128016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651760" y="1920240"/>
            <a:ext cx="1691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free tier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50 users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partner LOIs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readiness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280160"/>
            <a:ext cx="1965960" cy="3291840"/>
          </a:xfrm>
          <a:prstGeom prst="rect">
            <a:avLst/>
          </a:prstGeom>
          <a:solidFill>
            <a:srgbClr val="F0FAF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280160"/>
            <a:ext cx="1965960" cy="5029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128016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800600" y="1920240"/>
            <a:ext cx="1691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tier launch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$10K MRR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 2 engineers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pilot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12280" y="1280160"/>
            <a:ext cx="1965960" cy="3291840"/>
          </a:xfrm>
          <a:prstGeom prst="rect">
            <a:avLst/>
          </a:prstGeom>
          <a:solidFill>
            <a:srgbClr val="F0FAF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812280" y="1280160"/>
            <a:ext cx="1965960" cy="502920"/>
          </a:xfrm>
          <a:prstGeom prst="rect">
            <a:avLst/>
          </a:prstGeom>
          <a:solidFill>
            <a:srgbClr val="0B1F4D"/>
          </a:solidFill>
          <a:ln/>
        </p:spPr>
      </p:sp>
      <p:sp>
        <p:nvSpPr>
          <p:cNvPr id="17" name="Text 15"/>
          <p:cNvSpPr/>
          <p:nvPr/>
        </p:nvSpPr>
        <p:spPr>
          <a:xfrm>
            <a:off x="6812280" y="128016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49440" y="1920240"/>
            <a:ext cx="1691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$100K+ MRR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Type I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A ready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 team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F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ARIA Wins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$1.9B+ market (2025) growing 30%+ CAGR — most competitors focus on observability, not offense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371600"/>
          <a:ext cx="8595360" cy="3291840"/>
        </p:xfrm>
        <a:graphic>
          <a:graphicData uri="http://schemas.openxmlformats.org/drawingml/2006/table">
            <a:tbl>
              <a:tblPr/>
              <a:tblGrid>
                <a:gridCol w="1188720"/>
                <a:gridCol w="1371600"/>
                <a:gridCol w="1280160"/>
                <a:gridCol w="1280160"/>
                <a:gridCol w="1280160"/>
                <a:gridCol w="12801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Maxim AI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748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Galileo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748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LangSmith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748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Arize AI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748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Adversarial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Red-Teaming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 built-in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Proactive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 Testing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Core focus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Risk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Quantitative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Qualitative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Drift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Observability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Reports +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Transcripts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Strong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Strong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Multi-Model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20+ models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Multi-model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Multi-model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LangChain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model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GDPR + SOC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auto-reports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Test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minutes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 min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 hour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 hour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SDK setup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617720"/>
            <a:ext cx="7863840" cy="365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47091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ARIA's edge: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Offense over defense. Others watch what happened — ARIA tests what could go wrong before you ship.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F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Team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founding team with deep platform engineering experience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6576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920240" y="1828800"/>
            <a:ext cx="1097280" cy="1097280"/>
          </a:xfrm>
          <a:prstGeom prst="ellipse">
            <a:avLst/>
          </a:prstGeom>
          <a:solidFill>
            <a:srgbClr val="028090">
              <a:alpha val="60000"/>
            </a:srgbClr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18288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[Founder 1]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3337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&amp; Product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6118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building developer tools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Previously: [Company]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Expertise: AI/ML, Platform Engineering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1645920"/>
            <a:ext cx="36576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035040" y="1828800"/>
            <a:ext cx="1097280" cy="1097280"/>
          </a:xfrm>
          <a:prstGeom prst="ellipse">
            <a:avLst/>
          </a:prstGeom>
          <a:solidFill>
            <a:srgbClr val="028090">
              <a:alpha val="60000"/>
            </a:srgbClr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18288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754880" y="3017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[Founder 2]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54880" y="3337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 &amp; Engineering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0" y="36118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in cloud infrastructure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Previously: [Company]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Expertise: AWS, Security, SRE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Ask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$1.5M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 on SAFE note · $8M post-money cap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5029200" cy="365760"/>
          </a:xfrm>
          <a:prstGeom prst="rect">
            <a:avLst/>
          </a:prstGeom>
          <a:solidFill>
            <a:srgbClr val="00A896">
              <a:alpha val="7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743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(50%)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852160" y="2743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$750K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3291840"/>
            <a:ext cx="2514600" cy="365760"/>
          </a:xfrm>
          <a:prstGeom prst="rect">
            <a:avLst/>
          </a:prstGeom>
          <a:solidFill>
            <a:srgbClr val="00A896">
              <a:alpha val="7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&amp; Marketing (25%)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337560" y="3291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$375K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840480"/>
            <a:ext cx="1508760" cy="365760"/>
          </a:xfrm>
          <a:prstGeom prst="rect">
            <a:avLst/>
          </a:prstGeom>
          <a:solidFill>
            <a:srgbClr val="00A896">
              <a:alpha val="8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840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(15%)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31720" y="3840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$225K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389120"/>
            <a:ext cx="1005840" cy="365760"/>
          </a:xfrm>
          <a:prstGeom prst="rect">
            <a:avLst/>
          </a:prstGeom>
          <a:solidFill>
            <a:srgbClr val="00A896">
              <a:alpha val="8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389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&amp; Ops (10%)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828800" y="4389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$150K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4572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months runway to $100K+ MRR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28090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972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make AI agents safe, together.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0" y="2926080"/>
            <a:ext cx="2743200" cy="2743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20040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ariaeval.io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hello@ariaeval.io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ARIA Evaluator — Seed Pitch Deck</dc:title>
  <dc:subject>PptxGenJS Presentation</dc:subject>
  <dc:creator>ARIA Evaluator</dc:creator>
  <cp:lastModifiedBy>ARIA Evaluator</cp:lastModifiedBy>
  <cp:revision>1</cp:revision>
  <dcterms:created xsi:type="dcterms:W3CDTF">2026-06-08T16:09:53Z</dcterms:created>
  <dcterms:modified xsi:type="dcterms:W3CDTF">2026-06-08T16:09:53Z</dcterms:modified>
</cp:coreProperties>
</file>